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Good Standing</c:v>
                </c:pt>
                <c:pt idx="1">
                  <c:v>At Risk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</c:v>
                </c:pt>
                <c:pt idx="1">
                  <c:v>55</c:v>
                </c:pt>
                <c:pt idx="2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1-4130-99C0-DB79DE332E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1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invertIfNegative val="1"/>
          <c:cat>
            <c:strRef>
              <c:f>Sheet1!$A$2:$A$8</c:f>
              <c:strCache>
                <c:ptCount val="7"/>
                <c:pt idx="0">
                  <c:v>Business Admin</c:v>
                </c:pt>
                <c:pt idx="1">
                  <c:v>Computer Science</c:v>
                </c:pt>
                <c:pt idx="2">
                  <c:v>Data Science</c:v>
                </c:pt>
                <c:pt idx="3">
                  <c:v>Economics</c:v>
                </c:pt>
                <c:pt idx="4">
                  <c:v>Engineering</c:v>
                </c:pt>
                <c:pt idx="5">
                  <c:v>Public Health</c:v>
                </c:pt>
                <c:pt idx="6">
                  <c:v>Unknown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</c:v>
                </c:pt>
                <c:pt idx="1">
                  <c:v>58</c:v>
                </c:pt>
                <c:pt idx="2">
                  <c:v>58</c:v>
                </c:pt>
                <c:pt idx="3">
                  <c:v>25</c:v>
                </c:pt>
                <c:pt idx="4">
                  <c:v>37</c:v>
                </c:pt>
                <c:pt idx="5">
                  <c:v>42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DE-4D5D-8BC9-77CEE35E4A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18872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Student Attendance and Academic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52057" y="2468880"/>
            <a:ext cx="9257406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Excel for Data Analysis Project</a:t>
            </a:r>
          </a:p>
          <a:p>
            <a:pPr algn="ctr">
              <a:defRPr sz="1500"/>
            </a:pPr>
            <a:r>
              <a:rPr dirty="0"/>
              <a:t>RAW DATA → CLEAN DATA → FORMULAS → PIVOTTABLES → CHARTS → KPIs → SLICERS → DASHBOARD →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206240"/>
            <a:ext cx="6675120" cy="713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dirty="0"/>
              <a:t>Dataset: Student Performance Dataset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Prepared </a:t>
            </a:r>
            <a:r>
              <a:rPr lang="en-US" dirty="0"/>
              <a:t>by Dekha Abdulkadir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Purpose: Prepare, clean, analyze and visualize student academic performance data.</a:t>
            </a:r>
          </a:p>
          <a:p>
            <a:pPr>
              <a:spcAft>
                <a:spcPts val="1000"/>
              </a:spcAft>
              <a:defRPr sz="1900"/>
            </a:pPr>
            <a:r>
              <a:t>Main variables: Student_ID, Program, Attendance_Percent, Assignment_Score, Midterm_Score, Final_Score and Academic_Status.</a:t>
            </a:r>
          </a:p>
          <a:p>
            <a:pPr>
              <a:spcAft>
                <a:spcPts val="1000"/>
              </a:spcAft>
              <a:defRPr sz="1900"/>
            </a:pPr>
            <a:r>
              <a:t>The project follows the complete Excel Data Analysis workflow, not only dashboard design.</a:t>
            </a:r>
          </a:p>
          <a:p>
            <a:pPr>
              <a:spcAft>
                <a:spcPts val="1000"/>
              </a:spcAft>
              <a:defRPr sz="1900"/>
            </a:pPr>
            <a:r>
              <a:t>The analysis focuses on student attendance, academic performance and academic status.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Workbook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Original data — original dataset kept unchanged.</a:t>
            </a:r>
          </a:p>
          <a:p>
            <a:pPr>
              <a:spcAft>
                <a:spcPts val="1000"/>
              </a:spcAft>
              <a:defRPr sz="1800"/>
            </a:pPr>
            <a:r>
              <a:t>Clean_Data — standardized and cleaned dataset.</a:t>
            </a:r>
          </a:p>
          <a:p>
            <a:pPr>
              <a:spcAft>
                <a:spcPts val="1000"/>
              </a:spcAft>
              <a:defRPr sz="1800"/>
            </a:pPr>
            <a:r>
              <a:t>Analysis — formulas, calculations and data-quality checks.</a:t>
            </a:r>
          </a:p>
          <a:p>
            <a:pPr>
              <a:spcAft>
                <a:spcPts val="1000"/>
              </a:spcAft>
              <a:defRPr sz="1800"/>
            </a:pPr>
            <a:r>
              <a:t>PivotTables — summary tables used for analysis and charts.</a:t>
            </a:r>
          </a:p>
          <a:p>
            <a:pPr>
              <a:spcAft>
                <a:spcPts val="1000"/>
              </a:spcAft>
              <a:defRPr sz="1800"/>
            </a:pPr>
            <a:r>
              <a:t>Dashboard — final visual presentation with KPIs and charts.</a:t>
            </a:r>
          </a:p>
          <a:p>
            <a:pPr>
              <a:spcAft>
                <a:spcPts val="1000"/>
              </a:spcAft>
              <a:defRPr sz="1800"/>
            </a:pPr>
            <a:r>
              <a:t>Project-info / Findings — interpretation, findings and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 Cleaning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Started with 300 original records and 7 variables.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Identified 15 blank cells, 3 duplicate records and </a:t>
            </a:r>
            <a:r>
              <a:rPr lang="en-US" dirty="0"/>
              <a:t>15</a:t>
            </a:r>
            <a:r>
              <a:rPr dirty="0"/>
              <a:t> unknown/invalid values.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Standardized Program values such as CS → Computer Science and PH → Public Health.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Standardized Academic Status values such as AR / AT RISK → At Risk and GOOD STANDING → Good Standing.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Used text-cleaning functions including TRIM(), CLEAN(), SUBSTITUTE(), UPPER() and PROPER().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Result: 297 cleaned records were used for analysis.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Formulas and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AVERAGE() was used to calculate average attendance and academic scores.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COUNTIF() / COUNTIFS() were used to count students by academic status and performance conditions.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IF(), AND() and OR() were used for logical classification and performance flags.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TRIM(), CLEAN(), SUBSTITUTE(), UPPER() and PROPER() were used to standardize text.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Duplicate and missing-value checks were performed before final analysis.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846320"/>
            <a:ext cx="32918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=AVERAGE(range)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846320"/>
            <a:ext cx="32918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=COUNTIF(range,"Good Standing")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4846320"/>
            <a:ext cx="329184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=IF(AND(...),"Good Standing","At Risk")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Key Performance Indicators (KPIs)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24231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297</a:t>
            </a:r>
          </a:p>
          <a:p>
            <a:pPr algn="ctr">
              <a:defRPr sz="1300"/>
            </a:pPr>
            <a:r>
              <a:t>Cleaned Records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24231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dirty="0"/>
              <a:t>7</a:t>
            </a:r>
            <a:r>
              <a:rPr lang="en-US" dirty="0"/>
              <a:t>9</a:t>
            </a:r>
            <a:r>
              <a:rPr dirty="0"/>
              <a:t>.</a:t>
            </a:r>
            <a:r>
              <a:rPr lang="en-US" dirty="0"/>
              <a:t>32</a:t>
            </a:r>
            <a:r>
              <a:rPr dirty="0"/>
              <a:t>%</a:t>
            </a:r>
          </a:p>
          <a:p>
            <a:pPr algn="ctr">
              <a:defRPr sz="1300"/>
            </a:pPr>
            <a:r>
              <a:rPr dirty="0"/>
              <a:t>Avg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463040"/>
            <a:ext cx="24231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dirty="0"/>
              <a:t>7</a:t>
            </a:r>
            <a:r>
              <a:rPr lang="en-US" dirty="0"/>
              <a:t>0</a:t>
            </a:r>
            <a:r>
              <a:rPr dirty="0"/>
              <a:t>.</a:t>
            </a:r>
            <a:r>
              <a:rPr lang="en-US" dirty="0"/>
              <a:t>99</a:t>
            </a:r>
            <a:endParaRPr dirty="0"/>
          </a:p>
          <a:p>
            <a:pPr algn="ctr">
              <a:defRPr sz="1300"/>
            </a:pPr>
            <a:r>
              <a:rPr dirty="0"/>
              <a:t>Avg Assignment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383280"/>
            <a:ext cx="24231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lang="en-US" dirty="0"/>
              <a:t>66</a:t>
            </a:r>
            <a:r>
              <a:rPr dirty="0"/>
              <a:t>.</a:t>
            </a:r>
            <a:r>
              <a:rPr lang="en-US" dirty="0"/>
              <a:t>45</a:t>
            </a:r>
            <a:endParaRPr dirty="0"/>
          </a:p>
          <a:p>
            <a:pPr algn="ctr">
              <a:defRPr sz="1300"/>
            </a:pPr>
            <a:r>
              <a:rPr dirty="0"/>
              <a:t>Avg Midterm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383280"/>
            <a:ext cx="24231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rPr dirty="0"/>
              <a:t>71.5</a:t>
            </a:r>
            <a:r>
              <a:rPr lang="en-US" dirty="0"/>
              <a:t>4</a:t>
            </a:r>
            <a:endParaRPr dirty="0"/>
          </a:p>
          <a:p>
            <a:pPr algn="ctr">
              <a:defRPr sz="1300"/>
            </a:pPr>
            <a:r>
              <a:rPr dirty="0"/>
              <a:t>Avg Final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3383280"/>
            <a:ext cx="2423160" cy="12344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/>
            </a:pPr>
            <a:r>
              <a:t>169</a:t>
            </a:r>
          </a:p>
          <a:p>
            <a:pPr algn="ctr">
              <a:defRPr sz="1300"/>
            </a:pPr>
            <a:r>
              <a:t>Final ≥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Academic Status Analysis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31520" y="1280160"/>
          <a:ext cx="54864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0" y="1554480"/>
            <a:ext cx="493776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rPr dirty="0"/>
              <a:t>220 students (</a:t>
            </a:r>
            <a:r>
              <a:rPr lang="en-US" dirty="0"/>
              <a:t>74.07</a:t>
            </a:r>
            <a:r>
              <a:rPr dirty="0"/>
              <a:t>%) are in Good Standing.</a:t>
            </a:r>
          </a:p>
          <a:p>
            <a:pPr>
              <a:spcAft>
                <a:spcPts val="1000"/>
              </a:spcAft>
              <a:defRPr sz="1700"/>
            </a:pPr>
            <a:r>
              <a:rPr dirty="0"/>
              <a:t>55 students (18.52%) are At Risk.</a:t>
            </a:r>
          </a:p>
          <a:p>
            <a:pPr>
              <a:spcAft>
                <a:spcPts val="1000"/>
              </a:spcAft>
              <a:defRPr sz="1700"/>
            </a:pPr>
            <a:r>
              <a:rPr dirty="0"/>
              <a:t>22 students (7.41%) have Unknown academic status.</a:t>
            </a:r>
          </a:p>
          <a:p>
            <a:pPr>
              <a:spcAft>
                <a:spcPts val="1000"/>
              </a:spcAft>
              <a:defRPr sz="1700"/>
            </a:pPr>
            <a:r>
              <a:rPr dirty="0"/>
              <a:t>Most students are performing satisfactorily, but the At Risk group needs attention.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Student Distribution by Program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234440"/>
          <a:ext cx="640080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23760" y="141732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dirty="0"/>
              <a:t>Business Administration has the highest number of students: 59.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Computer Science and Data Science each have approximately 58 students after standardizing program variants.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Public Health has 42 students, while Economics has the lowest identified program count: 25.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Unknown program values should continue to be reviewed.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PivotTables, Charts and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PivotTables were used to summarize student counts and academic measures by Program and Academic Status.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Charts convert the PivotTable summaries into visual comparisons.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KPIs provide quick access to total records, averages and performance counts.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The dashboard brings together charts, KPIs and interactive analysis in one visual presentation.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Slicers can be used to filter the dashboard and compare student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rPr dirty="0"/>
              <a:t>1. The cleaned dataset contains 297 records, reduced from 300 after data-quality checks and duplicate handling.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2. Good Standing is the dominant academic status: 220 students, representing about </a:t>
            </a:r>
            <a:r>
              <a:rPr lang="en-US" dirty="0"/>
              <a:t>74.07</a:t>
            </a:r>
            <a:r>
              <a:rPr dirty="0"/>
              <a:t>% of the analyzed records.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3. 55 students (18.52%) are At Risk, showing a significant group that may require academic support.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4. Business Administration has the largest student group with 59 students.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5. Data Science has the highest average attendance at approximately 82.9%.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6. Computer Science has the highest average Final Score at approximately 72.8%.</a:t>
            </a:r>
          </a:p>
          <a:p>
            <a:pPr>
              <a:spcAft>
                <a:spcPts val="1000"/>
              </a:spcAft>
              <a:defRPr sz="1600"/>
            </a:pPr>
            <a:r>
              <a:rPr dirty="0"/>
              <a:t>7. Average attendance (72.46%) and average final score (71.25%) indicate overall moderate-</a:t>
            </a:r>
            <a:r>
              <a:rPr lang="en-US" dirty="0"/>
              <a:t>performance to</a:t>
            </a:r>
            <a:r>
              <a:rPr dirty="0"/>
              <a:t>-good academic.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1. Provide targeted support for At-Risk students through tutoring, academic advising and early intervention.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2. Monitor attendance regularly and contact students whose attendance begins to decline before academic performance is affected.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3. Use the dashboard and PivotTables for continuous monitoring of performance by Program and Academic Status.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Additional action: investigate Unknown Program and Unknown Academic Status records to improve future data quality.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Additional action: apply the successful practices from high-performing programs to areas with lower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rPr dirty="0"/>
              <a:t>This project demonstrates the complete Excel Data Analysis process: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RAW DATA → CLEAN DATA → FORMULAS → PIVOTTABLES → CHARTS → KPIs → SLICERS → DASHBOARD → FINDINGS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The analysis shows that most students are in Good Standing, while a meaningful At-Risk group requires focused support.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Data cleaning and standardization were essential because the original dataset contained blanks, duplicates, unknown values and inconsistent text.</a:t>
            </a:r>
          </a:p>
          <a:p>
            <a:pPr>
              <a:spcAft>
                <a:spcPts val="1000"/>
              </a:spcAft>
              <a:defRPr sz="2000"/>
            </a:pPr>
            <a:r>
              <a:rPr dirty="0"/>
              <a:t>Thank You —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877</Words>
  <Application>Microsoft Office PowerPoint</Application>
  <PresentationFormat>Widescreen</PresentationFormat>
  <Paragraphs>84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Rahma</cp:lastModifiedBy>
  <cp:revision>9</cp:revision>
  <dcterms:created xsi:type="dcterms:W3CDTF">2013-01-27T09:14:16Z</dcterms:created>
  <dcterms:modified xsi:type="dcterms:W3CDTF">2026-08-24T07:39:25Z</dcterms:modified>
  <cp:category/>
</cp:coreProperties>
</file>